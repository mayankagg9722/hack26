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94360" y="658368"/>
            <a:ext cx="457200" cy="457200"/>
          </a:xfrm>
          <a:prstGeom prst="arc">
            <a:avLst/>
          </a:prstGeom>
          <a:solidFill>
            <a:srgbClr val="151218">
              <a:alpha val="0"/>
            </a:srgbClr>
          </a:solidFill>
          <a:ln w="63500">
            <a:solidFill>
              <a:srgbClr val="9400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143000" y="749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FFFFFF"/>
                </a:solidFill>
              </a:rPr>
              <a:t>ZEN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627632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 customer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 value.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Without another call.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0416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D4DC"/>
                </a:solidFill>
              </a:rPr>
              <a:t>AI-guided customer onboarding that understands, sees, guides and escalates.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010912"/>
            <a:ext cx="1536192" cy="256032"/>
          </a:xfrm>
          <a:prstGeom prst="roundRect">
            <a:avLst>
              <a:gd name="adj" fmla="val 50000"/>
            </a:avLst>
          </a:prstGeom>
          <a:solidFill>
            <a:srgbClr val="2F2934"/>
          </a:solidFill>
          <a:ln w="12700">
            <a:solidFill>
              <a:srgbClr val="2F29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06120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HACKATHON PROTOTYPE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55961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39F"/>
                </a:solidFill>
              </a:rPr>
              <a:t>Enterprise product vision  • 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7488" y="685800"/>
            <a:ext cx="6638544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11" name="Image 0" descr="Q:\personal\hackathon\devpost\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13232"/>
            <a:ext cx="6583680" cy="4389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29984" y="4663440"/>
            <a:ext cx="416052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B8B1BF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95160" y="4901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THE PROMISE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95160" y="5175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218"/>
                </a:solidFill>
              </a:rPr>
              <a:t>High-touch onboarding at software scale.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02 — CROSS-APP ONBOARDING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Guidance follows the workflow.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stays with the customer through OAuth, permissions and third-party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58584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5-o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01952"/>
            <a:ext cx="6903720" cy="4425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901952"/>
            <a:ext cx="3749040" cy="4425696"/>
          </a:xfrm>
          <a:prstGeom prst="roundRect">
            <a:avLst>
              <a:gd name="adj" fmla="val 195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3880" y="2194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THE CUSTOMER JOURNEY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93024" y="267919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93024" y="27477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0" y="26974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218"/>
                </a:solidFill>
              </a:rPr>
              <a:t>Discover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92640" y="27066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Find QuickBooks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66760" y="3044952"/>
            <a:ext cx="0" cy="393192"/>
          </a:xfrm>
          <a:prstGeom prst="line">
            <a:avLst/>
          </a:prstGeom>
          <a:noFill/>
          <a:ln w="15240">
            <a:solidFill>
              <a:srgbClr val="D4CF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93024" y="3438144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35067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86800" y="34564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218"/>
                </a:solidFill>
              </a:rPr>
              <a:t>Authorize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92640" y="34655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Review permissions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66760" y="3803904"/>
            <a:ext cx="0" cy="393192"/>
          </a:xfrm>
          <a:prstGeom prst="line">
            <a:avLst/>
          </a:prstGeom>
          <a:noFill/>
          <a:ln w="15240">
            <a:solidFill>
              <a:srgbClr val="D4CF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93024" y="419709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93024" y="42656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686800" y="4215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218"/>
                </a:solidFill>
              </a:rPr>
              <a:t>Configure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92640" y="42245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Map accounts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66760" y="4562856"/>
            <a:ext cx="0" cy="393192"/>
          </a:xfrm>
          <a:prstGeom prst="line">
            <a:avLst/>
          </a:prstGeom>
          <a:noFill/>
          <a:ln w="15240">
            <a:solidFill>
              <a:srgbClr val="D4CF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93024" y="495604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93024" y="502462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686800" y="497433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218"/>
                </a:solidFill>
              </a:rPr>
              <a:t>Validate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92640" y="49834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Run first sync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183880" y="5669280"/>
            <a:ext cx="3127248" cy="420624"/>
          </a:xfrm>
          <a:prstGeom prst="roundRect">
            <a:avLst>
              <a:gd name="adj" fmla="val 17391"/>
            </a:avLst>
          </a:prstGeom>
          <a:solidFill>
            <a:srgbClr val="EAF8F0"/>
          </a:solidFill>
          <a:ln w="12700">
            <a:solidFill>
              <a:srgbClr val="EAF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48472" y="5797296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4A"/>
                </a:solidFill>
              </a:rPr>
              <a:t>Customer remains in control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BEYOND TASK COMPLETION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Every session makes the product smarter.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Aggregate friction becomes a prioritised product signal—not another support ticket.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6867144" cy="453542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9-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83664"/>
            <a:ext cx="68122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52944" y="3474720"/>
            <a:ext cx="530352" cy="777240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02752" y="2084832"/>
            <a:ext cx="3328416" cy="4050792"/>
          </a:xfrm>
          <a:prstGeom prst="roundRect">
            <a:avLst>
              <a:gd name="adj" fmla="val 2198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2423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DA0F3"/>
                </a:solidFill>
              </a:rPr>
              <a:t>ZEN’S READ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286207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“Users drop at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Sync CRM.”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95360" y="391363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CDD4"/>
                </a:solidFill>
              </a:rPr>
              <a:t>12 of 26 customers could not find their provider.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4681728"/>
            <a:ext cx="2514600" cy="0"/>
          </a:xfrm>
          <a:prstGeom prst="line">
            <a:avLst/>
          </a:prstGeom>
          <a:noFill/>
          <a:ln w="10160">
            <a:solidFill>
              <a:srgbClr val="4740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4965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CDA0F3"/>
                </a:solidFill>
              </a:rPr>
              <a:t>RECOMMENDED FIX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595360" y="53309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Promote the top 6 CRM logos.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WHAT COMES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is the wedge.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same context-aware agent can support the full customer lifecycle.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408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39115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NOW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18"/>
                </a:solidFill>
              </a:rPr>
              <a:t>Onboarding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Integrations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Training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42232" y="3355848"/>
            <a:ext cx="274320" cy="566928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05740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3408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39115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NEXT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36592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18"/>
                </a:solidFill>
              </a:rPr>
              <a:t>Adoption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36592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Feature nudges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Stalled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Role-based enablement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64424" y="3355848"/>
            <a:ext cx="274320" cy="566928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0184" y="205740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8784" y="23408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39115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THEN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58784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1218"/>
                </a:solidFill>
              </a:rPr>
              <a:t>Growth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58784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Expansion signals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Renewal readiness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16B"/>
                </a:solidFill>
              </a:rPr>
              <a:t>Executive insights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65960" y="5660136"/>
            <a:ext cx="8229600" cy="640080"/>
          </a:xfrm>
          <a:prstGeom prst="roundRect">
            <a:avLst>
              <a:gd name="adj" fmla="val 35714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5870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agent  •  One journey  •  A compounding customer intelligence layer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2026-08-30T12:33:58Z</dcterms:created>
  <dcterms:modified xsi:type="dcterms:W3CDTF">2026-08-30T12:33:58Z</dcterms:modified>
</cp:coreProperties>
</file>