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2608"/>
            <a:ext cx="11338560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91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CUSTOMER ONBOARDING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12680" y="91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6565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658368" y="667512"/>
            <a:ext cx="420624" cy="420624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94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5296" y="768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151218"/>
                </a:solidFill>
              </a:rPr>
              <a:t>ZEN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098280" y="749808"/>
            <a:ext cx="2395728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71432" y="800100"/>
            <a:ext cx="2249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ENTERPRISE AI ONBOARDING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76656" y="1572768"/>
            <a:ext cx="75895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151218"/>
                </a:solidFill>
              </a:rPr>
              <a:t>Every customer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151218"/>
                </a:solidFill>
              </a:rPr>
              <a:t>to value.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676656" y="31546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9400FF"/>
                </a:solidFill>
              </a:rPr>
              <a:t>Without another call.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04088" y="416052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16B"/>
                </a:solidFill>
              </a:rPr>
              <a:t>Zen understands the goal, sees the screen, guides the work and brings in a human only when judgment is needed.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0" y="1938528"/>
            <a:ext cx="2514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151218"/>
                </a:solidFill>
              </a:rPr>
              <a:t>High-touch onboarding at software scale.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9738360" y="3273552"/>
            <a:ext cx="1645920" cy="0"/>
          </a:xfrm>
          <a:prstGeom prst="line">
            <a:avLst/>
          </a:prstGeom>
          <a:noFill/>
          <a:ln w="38100">
            <a:solidFill>
              <a:srgbClr val="940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218"/>
                </a:solidFill>
              </a:rPr>
              <a:t>Healthcare operations SaaS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4108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Initial market wedge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944" y="5330952"/>
            <a:ext cx="10698480" cy="0"/>
          </a:xfrm>
          <a:prstGeom prst="line">
            <a:avLst/>
          </a:prstGeom>
          <a:noFill/>
          <a:ln w="12700">
            <a:solidFill>
              <a:srgbClr val="E8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6327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400FF"/>
                </a:solidFill>
              </a:rPr>
              <a:t>24 / 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59984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0832" y="56327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IN CONTEXT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59984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screen-aware guidance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28432" y="56327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HUMAN WHEN NEEDED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28432" y="59984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controlled escalation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ENTERPRISE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still scales with headcount.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Every new customer adds coordination,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Scheduling drag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is ready Monday.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next specialist slot is Friday.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5 days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64792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lost momentum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Repetitive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Your strongest CSM repeats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same setup for the 40th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40×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568696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same walkthrough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9F9"/>
          </a:solidFill>
          <a:ln w="10160">
            <a:solidFill>
              <a:srgbClr val="F2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Silent drop-off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One confusing integration step.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leaves and never returns.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</a:rPr>
              <a:t>1 step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72600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can stop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151218"/>
                </a:solidFill>
              </a:rPr>
              <a:t>THE BOTTLENECK IS NOT KNOWLEDGE. IT IS CONTEXT, TIMING AND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INITIAL MARKET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Healthcare operations SaaS.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Start where onboarding is complex, regulated and repeated across many locations.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1284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02A34"/>
          </a:solidFill>
          <a:ln w="12700">
            <a:solidFill>
              <a:srgbClr val="302A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631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platforms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CDD5"/>
                </a:solidFill>
              </a:rPr>
              <a:t>Practice management  •  Billing  •  Patient engagement  •  Workforce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CDA0F3"/>
                </a:solidFill>
              </a:rPr>
              <a:t>WHY THIS WEDGE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5321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configuration + thin CS capacity + costly setup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5" kern="0" dirty="0">
                <a:solidFill>
                  <a:srgbClr val="9400FF"/>
                </a:solidFill>
              </a:rPr>
              <a:t>ONE CUSTOMER, A CUSTOM PLAYBOOK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557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Import practitioners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Validate roles, locations and provider IDs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37176" y="2852928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1927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87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Connect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375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Calendar, accounting, payments and messaging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3685032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199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Apply clinic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Tax rules, permissions and approved workflows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4517136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983480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520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Train each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5001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Front desk, clinicians and administrators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5797296"/>
            <a:ext cx="6903720" cy="411480"/>
          </a:xfrm>
          <a:prstGeom prst="roundRect">
            <a:avLst>
              <a:gd name="adj" fmla="val 17778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9161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00D4"/>
                </a:solidFill>
              </a:rPr>
              <a:t>CUSTOMIZATION LAYER  →  customer policies + role-based flows + approved terminology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ZEN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An agent that works with the customer.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Not another help-center bot. Zen observes progress and acts in the moment.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1615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UNDERSTANDS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Goal +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“Connect accounting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for 12 clinics.”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079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Live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Customer is on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Integrations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GUIDES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Next best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Highlights QuickBooks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and waits.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080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007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ESCALATES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Human judgment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3544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Pricing or edge case,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with context attached.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21992" y="5138928"/>
            <a:ext cx="7726680" cy="612648"/>
          </a:xfrm>
          <a:prstGeom prst="roundRect">
            <a:avLst>
              <a:gd name="adj" fmla="val 44776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53309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session  →  one customer outcome  →  one structured learning signal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01 — LIVE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points. The customer acts.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instruction appears exactly where work is happening—not in another tab.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2726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7724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199339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1664" y="20436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668512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16B"/>
                </a:solidFill>
              </a:rPr>
              <a:t>Customer 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68512" y="3547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identifies the right integration, spotlights the real button and waits for completion.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68512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68512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104120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tab switching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742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00FF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68512" y="5998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218"/>
                </a:solidFill>
              </a:rPr>
              <a:t>Context turns documentation into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03 — RISK PREVENTION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catches the costly “small” mistake.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difference between answering a question and understanding the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7298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6-mapping-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81812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993392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FFF6F6"/>
          </a:solidFill>
          <a:ln w="12700">
            <a:solidFill>
              <a:srgbClr val="F1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2585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64545"/>
                </a:solidFill>
              </a:rPr>
              <a:t>WRONG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64545"/>
                </a:solidFill>
              </a:rPr>
              <a:t>GST 10%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61120" y="2999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Generic default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02368" y="3584448"/>
            <a:ext cx="384048" cy="548640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4343400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EAF8F0"/>
          </a:solidFill>
          <a:ln w="12700">
            <a:solidFill>
              <a:srgbClr val="B9E3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46085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38A4A"/>
                </a:solidFill>
              </a:rPr>
              <a:t>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4928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8A4A"/>
                </a:solidFill>
              </a:rPr>
              <a:t>GST-FREE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961120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Health-provider context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60899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151218"/>
                </a:solidFill>
              </a:rPr>
              <a:t>PREVENT REWORK  •  PROTECT TRUST  •  ACCELERATE GO-LIVE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Automation without losing visibility.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runs the sessions. Customer Success keeps control of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7296912" cy="473659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8-admin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7242048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5ECFF"/>
          </a:solidFill>
          <a:ln w="10160">
            <a:solidFill>
              <a:srgbClr val="DAB8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91%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2.4 days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0976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time to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8130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38160" y="45720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50976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5138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Only where judgment matters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49640" y="5989320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603961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PORTFOLIO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FITS THE EXISTING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Embed once. Connect what enterprises already use.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acts as an orchestration layer—not a replacement for systems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476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66616B"/>
                </a:solidFill>
              </a:rPr>
              <a:t>YOUR PRODUCT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4712" y="3401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Web app /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29684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1-LINE JS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4782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or native SDK /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947672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9400FF"/>
                </a:solidFill>
              </a:rPr>
              <a:t>ZEN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2724912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834640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9432" y="329184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40156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Customer-specific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9432" y="3858768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968496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425696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53542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50566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5106924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REST + WEBHOOKS + 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60920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947672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66616B"/>
                </a:solidFill>
              </a:rPr>
              <a:t>SYSTEMS ALREADY IN PLACE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7066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34272" y="26791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Okta  •  Entra ID  •  WorkOS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02752" y="298094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20954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34272" y="31821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SharePoint  •  Confluence  •  Zendesk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02752" y="348386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34272" y="36850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Salesforce  •  HubSpot  •  Gainsight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2752" y="398678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21538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034272" y="41879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Teams  •  Slack  •  Jira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02752" y="448970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47183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34272" y="46908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Segment  •  Snowflake  •  Power BI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934456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51218"/>
                </a:solidFill>
              </a:rPr>
              <a:t>Example: Salesforce opens the session → Zen guides QuickBooks setup → unresolved issue creates a Zendesk ticket with transcript → outcome flows to Gainsight.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DESIGNED FOR ENTERPRISE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 control plane around the agent.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Production architecture: observable, governable and integration-ready.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148840" cy="3273552"/>
          </a:xfrm>
          <a:prstGeom prst="roundRect">
            <a:avLst>
              <a:gd name="adj" fmla="val 3404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880360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Embedded widget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387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Voice /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59936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19709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Screen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169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993392"/>
            <a:ext cx="2377440" cy="3273552"/>
          </a:xfrm>
          <a:prstGeom prst="roundRect">
            <a:avLst>
              <a:gd name="adj" fmla="val 3077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286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743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8803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Goal planner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340156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387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Screen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405993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1970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Policy guardrails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993392"/>
            <a:ext cx="2395728" cy="3273552"/>
          </a:xfrm>
          <a:prstGeom prst="roundRect">
            <a:avLst>
              <a:gd name="adj" fmla="val 3053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860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8036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Product docs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538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Approved answers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059936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419709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Session memory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033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1993392"/>
            <a:ext cx="2971800" cy="3273552"/>
          </a:xfrm>
          <a:prstGeom prst="roundRect">
            <a:avLst>
              <a:gd name="adj" fmla="val 2462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41664" y="2286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ENTERPRISE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880360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CRM +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41664" y="340156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53872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41664" y="4059936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19709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Analytics +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596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64208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11296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58384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05472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52560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16B"/>
                </a:solidFill>
              </a:rPr>
              <a:t>Architecture is the proposed production target; the submitted hackathon experience is a frontend prototype.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ENTERPRISE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Turn onboarding from a queue into a 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Four stakeholder wins from one shared customer journey.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⏱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Start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No calendar delay.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Guidance in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 SUCCESS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Focus humans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Escalate judgment.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Automate repetition.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↗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1908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PRODUCT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See friction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Every struggle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 roadmap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DA0F3"/>
                </a:solidFill>
              </a:rPr>
              <a:t>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CDA0F3"/>
                </a:solidFill>
              </a:rPr>
              <a:t>LEADERSHIP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5372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coverage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5372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More customers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linear headcount.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5897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NORTH STAR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5833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218"/>
                </a:solidFill>
              </a:rPr>
              <a:t>Time from signed contract → first customer value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76656"/>
            <a:ext cx="566928" cy="566928"/>
          </a:xfrm>
          <a:prstGeom prst="arc">
            <a:avLst/>
          </a:prstGeom>
          <a:solidFill>
            <a:srgbClr val="151218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FFFFFF"/>
                </a:solidFill>
              </a:rPr>
              <a:t>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766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High-touch onboarding.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customer.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 extra headcount.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Let’s see it live.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B4BD"/>
                </a:solidFill>
              </a:rPr>
              <a:t>Interactive prototype  →  Landing page  →  Guided session  →  Admin 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70648" y="1207008"/>
            <a:ext cx="4096512" cy="275234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8" name="Image 0" descr="Q:\personal\hackathon\devpost\07-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4041648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4315968"/>
            <a:ext cx="4041648" cy="1069848"/>
          </a:xfrm>
          <a:prstGeom prst="roundRect">
            <a:avLst>
              <a:gd name="adj" fmla="val 6838"/>
            </a:avLst>
          </a:prstGeom>
          <a:solidFill>
            <a:srgbClr val="25212A"/>
          </a:solidFill>
          <a:ln w="12700">
            <a:solidFill>
              <a:srgbClr val="3A34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53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14232" y="4645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steps 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4160" y="46451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human handoffs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574243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885"/>
                </a:solidFill>
              </a:rPr>
              <a:t>Prototype metrics shown are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Enterprise Customer Onboarding, Reimagined</dc:title>
  <dc:subject>Enterprise AI onboarding agent hackathon pitch</dc:subject>
  <dc:creator>Zen</dc:creator>
  <cp:lastModifiedBy>Zen</cp:lastModifiedBy>
  <cp:revision>1</cp:revision>
  <dcterms:created xsi:type="dcterms:W3CDTF">2026-08-30T12:43:05Z</dcterms:created>
  <dcterms:modified xsi:type="dcterms:W3CDTF">2026-08-30T12:43:05Z</dcterms:modified>
</cp:coreProperties>
</file>