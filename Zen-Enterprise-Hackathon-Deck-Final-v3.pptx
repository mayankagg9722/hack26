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21792"/>
            <a:ext cx="493776" cy="493776"/>
          </a:xfrm>
          <a:prstGeom prst="arc">
            <a:avLst/>
          </a:prstGeom>
          <a:solidFill>
            <a:srgbClr val="FCFAFD">
              <a:alpha val="0"/>
            </a:srgbClr>
          </a:solidFill>
          <a:ln w="635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98448" y="749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60" kern="0" dirty="0">
                <a:solidFill>
                  <a:srgbClr val="151218"/>
                </a:solidFill>
              </a:rPr>
              <a:t>ZEN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454896" y="694944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8048" y="74523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ENTERPRISE AI ONBOARDING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" y="1874520"/>
            <a:ext cx="9966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151218"/>
                </a:solidFill>
              </a:rPr>
              <a:t>The AI onboarding agent that gets every customer to value.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5184648" y="3794760"/>
            <a:ext cx="1828800" cy="0"/>
          </a:xfrm>
          <a:prstGeom prst="line">
            <a:avLst/>
          </a:prstGeom>
          <a:noFill/>
          <a:ln w="38100">
            <a:solidFill>
              <a:srgbClr val="94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41879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16B"/>
                </a:solidFill>
              </a:rPr>
              <a:t>Zen understands the goal, sees the screen, guides each step and brings in a human only when needed.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72384" y="5321808"/>
            <a:ext cx="6053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400FF"/>
                </a:solidFill>
              </a:rPr>
              <a:t>HIGH-TOUCH EXPERIENCE  •  SOFTWARE 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53512" y="6144768"/>
            <a:ext cx="6291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8E98"/>
                </a:solidFill>
              </a:rPr>
              <a:t>Hackathon prototype  |  Enterprise product vision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2026-08-30T12:43:44Z</dcterms:created>
  <dcterms:modified xsi:type="dcterms:W3CDTF">2026-08-30T12:43:44Z</dcterms:modified>
</cp:coreProperties>
</file>