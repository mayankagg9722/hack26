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20" kern="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594360" y="658368"/>
            <a:ext cx="457200" cy="457200"/>
          </a:xfrm>
          <a:prstGeom prst="arc">
            <a:avLst/>
          </a:prstGeom>
          <a:solidFill>
            <a:srgbClr val="151218">
              <a:alpha val="0"/>
            </a:srgbClr>
          </a:solidFill>
          <a:ln w="63500">
            <a:solidFill>
              <a:srgbClr val="9400F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143000" y="749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FFFFFF"/>
                </a:solidFill>
              </a:rPr>
              <a:t>ZEN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1627632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Every customer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 value.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Without another call.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0416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D4DC"/>
                </a:solidFill>
              </a:rPr>
              <a:t>AI-guided customer onboarding that understands, sees, guides and escalates.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010912"/>
            <a:ext cx="1536192" cy="256032"/>
          </a:xfrm>
          <a:prstGeom prst="roundRect">
            <a:avLst>
              <a:gd name="adj" fmla="val 50000"/>
            </a:avLst>
          </a:prstGeom>
          <a:solidFill>
            <a:srgbClr val="2F2934"/>
          </a:solidFill>
          <a:ln w="12700">
            <a:solidFill>
              <a:srgbClr val="2F29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506120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HACKATHON PROTOTYPE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55961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39F"/>
                </a:solidFill>
              </a:rPr>
              <a:t>Enterprise product vision  • 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47488" y="685800"/>
            <a:ext cx="6638544" cy="444398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11" name="Image 0" descr="Q:\personal\hackathon\devpost\01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13232"/>
            <a:ext cx="6583680" cy="4389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29984" y="4663440"/>
            <a:ext cx="416052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B8B1BF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95160" y="49011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00FF"/>
                </a:solidFill>
              </a:rPr>
              <a:t>THE PROMISE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95160" y="5175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1218"/>
                </a:solidFill>
              </a:rPr>
              <a:t>High-touch onboarding at software scale.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40" kern="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4-live-session-spo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6-mapping-g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6" name="Image 0" descr="Q:\personal\hackathon\devpost\08-admin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30" kern="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5" kern="0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40" kern="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sx="100000" sy="100000" kx="0" ky="0" algn="bl" rotWithShape="0" blurRad="25400" dist="50800" dir="2700000">
              <a:srgbClr val="C9C4CE">
                <a:alpha val="22000"/>
              </a:srgbClr>
            </a:outerShdw>
          </a:effectLst>
        </p:spPr>
      </p:sp>
      <p:pic>
        <p:nvPicPr>
          <p:cNvPr id="8" name="Image 0" descr="Q:\personal\hackathon\devpost\07-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Zen</cp:lastModifiedBy>
  <cp:revision>1</cp:revision>
  <dcterms:created xsi:type="dcterms:W3CDTF">2026-08-30T12:41:15Z</dcterms:created>
  <dcterms:modified xsi:type="dcterms:W3CDTF">2026-08-30T12:41:15Z</dcterms:modified>
</cp:coreProperties>
</file>